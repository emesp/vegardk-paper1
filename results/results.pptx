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F_97E9866E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61" r:id="rId5"/>
    <p:sldId id="259" r:id="rId6"/>
    <p:sldId id="262" r:id="rId7"/>
    <p:sldId id="263" r:id="rId8"/>
    <p:sldId id="264" r:id="rId9"/>
    <p:sldId id="265" r:id="rId10"/>
    <p:sldId id="271" r:id="rId11"/>
    <p:sldId id="269" r:id="rId12"/>
    <p:sldId id="270" r:id="rId13"/>
    <p:sldId id="266" r:id="rId14"/>
    <p:sldId id="272" r:id="rId15"/>
    <p:sldId id="275" r:id="rId16"/>
    <p:sldId id="276" r:id="rId17"/>
    <p:sldId id="281" r:id="rId18"/>
    <p:sldId id="277" r:id="rId19"/>
    <p:sldId id="279" r:id="rId20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49415B-DC3B-439F-ED0F-95F5C2510C91}" name="Vegard Viken Kallset" initials="VK" userId="S::vegardvk@ntnu.no::e92bbd66-a609-4c48-95c9-2e72b16bea3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2473" autoAdjust="0"/>
  </p:normalViewPr>
  <p:slideViewPr>
    <p:cSldViewPr snapToGrid="0">
      <p:cViewPr varScale="1">
        <p:scale>
          <a:sx n="62" d="100"/>
          <a:sy n="62" d="100"/>
        </p:scale>
        <p:origin x="8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omments/modernComment_10F_97E9866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0AC275-00ED-47D0-96DF-8C2C2903F14D}" authorId="{6E49415B-DC3B-439F-ED0F-95F5C2510C91}" created="2024-06-05T11:56:54.86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48663918" sldId="271"/>
      <ac:picMk id="14" creationId="{454C6D8A-2F3E-3FEF-8318-5DB539F5612A}"/>
    </ac:deMkLst>
    <p188:txBody>
      <a:bodyPr/>
      <a:lstStyle/>
      <a:p>
        <a:r>
          <a:rPr lang="en-US"/>
          <a:t>Hvorfor er kostnaden lavere med binærvariable?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5D7E-106D-B5BF-839D-5AFFE4371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50F4D-A95E-190D-AC5C-B20C6B8F2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C78ED-A012-DB71-C0D3-5D30C9B80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6691B-934A-4D9F-94C6-4C64A5DB3D5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EA271-6CB8-9EFD-D200-B23BBFAD0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AC76D-1365-5747-AD74-766A0A334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8D96-D85C-4FFF-BDCC-DFD720B8B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54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DA51-BE41-EAB0-471B-BAF715087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EFEE4-B583-1522-FB17-6527A2AC3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A08F3-2F51-C84D-9BA1-03B98BF19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6691B-934A-4D9F-94C6-4C64A5DB3D5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6FDB7-FA0A-7107-6BC1-CACC27A46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2A5C4-3A80-7D21-4651-ED455281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8D96-D85C-4FFF-BDCC-DFD720B8B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47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0D8BE-4A61-DA06-9FFF-FA6786307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FD696-8EA4-3627-0154-C3E032F61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73226-B6A4-3E12-7EDF-4C0FFA50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6691B-934A-4D9F-94C6-4C64A5DB3D5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B6F55-1CEE-0032-ACBD-DD7CA3F28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8A6A2-3CA3-134F-B3C5-D27785B8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8D96-D85C-4FFF-BDCC-DFD720B8B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3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DA3E-0CC4-DA35-B26E-C70304593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90A31-1377-A16D-707A-5AF2894C52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58BEF0-742F-FD07-342B-A69FED7F4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BE785-F1FA-157F-8493-BADB69A85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6691B-934A-4D9F-94C6-4C64A5DB3D5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55868-55ED-DF19-5FF9-A0820AA0B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B0079-EC3B-82E4-59F9-B8086DCC9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8D96-D85C-4FFF-BDCC-DFD720B8B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418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035FA-3311-01A1-4034-A26F970BF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64009-F83C-3BBC-C8D6-4C7414773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2EEDAF-4842-75A7-7643-89C181A457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D5D2EA-1ACE-DAB4-4CD3-53AFCBF58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21BCA-31E4-ABE7-A419-5CAB1904B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E859DD-0D24-64BC-6387-E965964AD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6691B-934A-4D9F-94C6-4C64A5DB3D5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E054A2-1501-296B-AF6E-E112351D7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1E38B2-6493-DC33-2E94-00E7CF6B1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8D96-D85C-4FFF-BDCC-DFD720B8B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44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CE90C-E9C0-F55D-A588-EEFBF2DF4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CDFB80-56F2-1369-2797-0AA90E5E7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6691B-934A-4D9F-94C6-4C64A5DB3D5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224483-D2E2-0BA7-F0FD-17F947472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3DDC1-A14B-E8D5-BB30-4097923F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8D96-D85C-4FFF-BDCC-DFD720B8B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965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45DAA-2721-4CCD-202F-7BDE0F591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6691B-934A-4D9F-94C6-4C64A5DB3D5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CD7DBF-BBD4-99D0-A5BB-BA3941E7F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6172B-767B-FF01-B476-FF701AA2F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8D96-D85C-4FFF-BDCC-DFD720B8B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612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C81E-E196-901D-5978-D386E5B89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01376-053D-BE76-A21B-B82315F29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72129-FB66-328C-3BFD-900BA5996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A5B2DE-F189-7210-4B76-751FE1FEC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6691B-934A-4D9F-94C6-4C64A5DB3D5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0C9A14-13EC-E6C2-AAE6-B03F371CC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99256-F879-8A8B-4B00-A5F640512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8D96-D85C-4FFF-BDCC-DFD720B8B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91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A461-2656-0D5F-3775-A904B8EA7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EC9EC0-1B59-1504-849B-95E387805A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4DA075-4F57-675E-619E-A8778F696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CAB9E-2432-DAC0-C569-603D32902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6691B-934A-4D9F-94C6-4C64A5DB3D5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D801C-9B70-F26F-C484-CE677A8E4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11139-9B3E-B8C5-949C-160D67265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8D96-D85C-4FFF-BDCC-DFD720B8B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76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36CFB-B2FF-20A6-7890-38D6DB95D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135861-071C-6C65-DA08-1BB8306F5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ADD6F-5048-B05A-9F4A-325B58347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6691B-934A-4D9F-94C6-4C64A5DB3D5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4962A-87C0-CCCF-4B2C-1CD6B3692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2A97E-884D-250C-4643-87D60F140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8D96-D85C-4FFF-BDCC-DFD720B8B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2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AC30F5-5F7A-3167-1675-80EB874990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7B662A-4901-4955-B714-78D6E8FCF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99528-CB9F-B785-323F-240FAB1B6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6691B-934A-4D9F-94C6-4C64A5DB3D5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ABC64-9ECC-AE65-367B-D5F96109A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5EF23-4BE8-ABC2-BFE5-58C962918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8D96-D85C-4FFF-BDCC-DFD720B8B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376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B07409-E9A8-1D59-B974-41F5C58D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AAE06-F949-7568-B272-CD7FE1030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1A13A-C0CE-8B42-FD85-41FB74DEF1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96691B-934A-4D9F-94C6-4C64A5DB3D5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846B0-8A72-DD96-2B90-883399A36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A6026-2F21-E23E-BAF2-B635E6CAE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8D8D96-D85C-4FFF-BDCC-DFD720B8B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43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8/10/relationships/comments" Target="../comments/modernComment_10F_97E9866E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3BAA5-9DF2-437C-4945-A4092D00F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257D12-EBF5-5106-7A2B-967B3D29656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2274094"/>
            <a:ext cx="5181600" cy="3454400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EF4A378-1F78-F31E-82D5-9FDC64B720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200" y="2274094"/>
            <a:ext cx="5181600" cy="3454400"/>
          </a:xfrm>
        </p:spPr>
      </p:pic>
    </p:spTree>
    <p:extLst>
      <p:ext uri="{BB962C8B-B14F-4D97-AF65-F5344CB8AC3E}">
        <p14:creationId xmlns:p14="http://schemas.microsoft.com/office/powerpoint/2010/main" val="3486947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3BAA5-9DF2-437C-4945-A4092D00F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Uten</a:t>
            </a:r>
            <a:r>
              <a:rPr lang="en-US" dirty="0"/>
              <a:t> start/</a:t>
            </a:r>
            <a:r>
              <a:rPr lang="en-US" dirty="0" err="1"/>
              <a:t>stopp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257D12-EBF5-5106-7A2B-967B3D29656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2274094"/>
            <a:ext cx="5181600" cy="3454400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EF4A378-1F78-F31E-82D5-9FDC64B720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200" y="2274094"/>
            <a:ext cx="5181600" cy="3454400"/>
          </a:xfrm>
        </p:spPr>
      </p:pic>
    </p:spTree>
    <p:extLst>
      <p:ext uri="{BB962C8B-B14F-4D97-AF65-F5344CB8AC3E}">
        <p14:creationId xmlns:p14="http://schemas.microsoft.com/office/powerpoint/2010/main" val="1061122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2A4B0-F415-BD30-1408-FE9AE435E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308CF65-DC99-1EFC-47DA-554E3FDE994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2274094"/>
            <a:ext cx="5181600" cy="3454400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F2847C5-071E-E892-BE38-65E7E0A214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200" y="2274094"/>
            <a:ext cx="5181600" cy="3454400"/>
          </a:xfrm>
        </p:spPr>
      </p:pic>
    </p:spTree>
    <p:extLst>
      <p:ext uri="{BB962C8B-B14F-4D97-AF65-F5344CB8AC3E}">
        <p14:creationId xmlns:p14="http://schemas.microsoft.com/office/powerpoint/2010/main" val="832154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2A4B0-F415-BD30-1408-FE9AE435E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Uten</a:t>
            </a:r>
            <a:r>
              <a:rPr lang="en-US" dirty="0"/>
              <a:t> start/</a:t>
            </a:r>
            <a:r>
              <a:rPr lang="en-US" dirty="0" err="1"/>
              <a:t>stopp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308CF65-DC99-1EFC-47DA-554E3FDE994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2274094"/>
            <a:ext cx="5181600" cy="3454400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F2847C5-071E-E892-BE38-65E7E0A214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200" y="2274094"/>
            <a:ext cx="5181600" cy="3454400"/>
          </a:xfrm>
        </p:spPr>
      </p:pic>
    </p:spTree>
    <p:extLst>
      <p:ext uri="{BB962C8B-B14F-4D97-AF65-F5344CB8AC3E}">
        <p14:creationId xmlns:p14="http://schemas.microsoft.com/office/powerpoint/2010/main" val="516264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1F860-98F0-40CE-DF0F-3BBDFDC83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6E1979-89C1-2B9B-4FBB-29C66533730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2274094"/>
            <a:ext cx="5181600" cy="3454400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E13FB4A-E1F6-F098-76A7-EC4EDEBFBE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200" y="2274094"/>
            <a:ext cx="5181600" cy="3454400"/>
          </a:xfrm>
        </p:spPr>
      </p:pic>
    </p:spTree>
    <p:extLst>
      <p:ext uri="{BB962C8B-B14F-4D97-AF65-F5344CB8AC3E}">
        <p14:creationId xmlns:p14="http://schemas.microsoft.com/office/powerpoint/2010/main" val="452356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1F860-98F0-40CE-DF0F-3BBDFDC83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Uten</a:t>
            </a:r>
            <a:r>
              <a:rPr lang="en-US" dirty="0"/>
              <a:t> start/stop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6E1979-89C1-2B9B-4FBB-29C66533730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2274094"/>
            <a:ext cx="5181600" cy="3454400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E13FB4A-E1F6-F098-76A7-EC4EDEBFBE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200" y="2274094"/>
            <a:ext cx="5181600" cy="3454400"/>
          </a:xfrm>
        </p:spPr>
      </p:pic>
    </p:spTree>
    <p:extLst>
      <p:ext uri="{BB962C8B-B14F-4D97-AF65-F5344CB8AC3E}">
        <p14:creationId xmlns:p14="http://schemas.microsoft.com/office/powerpoint/2010/main" val="1632429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3BAA5-9DF2-437C-4945-A4092D00F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Sammenligning</a:t>
            </a:r>
            <a:r>
              <a:rPr lang="en-US" dirty="0"/>
              <a:t> </a:t>
            </a:r>
            <a:r>
              <a:rPr lang="en-US" dirty="0" err="1"/>
              <a:t>begge</a:t>
            </a:r>
            <a:r>
              <a:rPr lang="en-US" dirty="0"/>
              <a:t> typer start/stop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3567-DBA5-E197-7A88-691D1F77E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Binærvariable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257D12-EBF5-5106-7A2B-967B3D2965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9788" y="2628107"/>
            <a:ext cx="5157787" cy="343852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3D0EB-E74A-F21A-5C93-954B5E2932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binærvariable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EF4A378-1F78-F31E-82D5-9FDC64B7208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200" y="2619640"/>
            <a:ext cx="5183188" cy="3455458"/>
          </a:xfrm>
        </p:spPr>
      </p:pic>
    </p:spTree>
    <p:extLst>
      <p:ext uri="{BB962C8B-B14F-4D97-AF65-F5344CB8AC3E}">
        <p14:creationId xmlns:p14="http://schemas.microsoft.com/office/powerpoint/2010/main" val="656768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3BAA5-9DF2-437C-4945-A4092D00F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Sammenligning</a:t>
            </a:r>
            <a:r>
              <a:rPr lang="en-US" dirty="0"/>
              <a:t> </a:t>
            </a:r>
            <a:r>
              <a:rPr lang="en-US" dirty="0" err="1"/>
              <a:t>begge</a:t>
            </a:r>
            <a:r>
              <a:rPr lang="en-US" dirty="0"/>
              <a:t> typer start/stop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3567-DBA5-E197-7A88-691D1F77E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Binærvariable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257D12-EBF5-5106-7A2B-967B3D2965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9788" y="2628107"/>
            <a:ext cx="5157787" cy="343852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3D0EB-E74A-F21A-5C93-954B5E2932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binærvariable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EF4A378-1F78-F31E-82D5-9FDC64B7208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200" y="2619640"/>
            <a:ext cx="5183188" cy="3455458"/>
          </a:xfrm>
        </p:spPr>
      </p:pic>
    </p:spTree>
    <p:extLst>
      <p:ext uri="{BB962C8B-B14F-4D97-AF65-F5344CB8AC3E}">
        <p14:creationId xmlns:p14="http://schemas.microsoft.com/office/powerpoint/2010/main" val="3804463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3BAA5-9DF2-437C-4945-A4092D00F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Sammenligning</a:t>
            </a:r>
            <a:r>
              <a:rPr lang="en-US" dirty="0"/>
              <a:t> </a:t>
            </a:r>
            <a:r>
              <a:rPr lang="en-US" dirty="0" err="1"/>
              <a:t>begge</a:t>
            </a:r>
            <a:r>
              <a:rPr lang="en-US" dirty="0"/>
              <a:t> typer start/stop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3567-DBA5-E197-7A88-691D1F77E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Binærvariable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257D12-EBF5-5106-7A2B-967B3D2965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9788" y="2628107"/>
            <a:ext cx="5157787" cy="343852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3D0EB-E74A-F21A-5C93-954B5E2932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binærvariable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EF4A378-1F78-F31E-82D5-9FDC64B7208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200" y="2619640"/>
            <a:ext cx="5183188" cy="3455458"/>
          </a:xfrm>
        </p:spPr>
      </p:pic>
    </p:spTree>
    <p:extLst>
      <p:ext uri="{BB962C8B-B14F-4D97-AF65-F5344CB8AC3E}">
        <p14:creationId xmlns:p14="http://schemas.microsoft.com/office/powerpoint/2010/main" val="2552351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3BAA5-9DF2-437C-4945-A4092D00F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Sammenligning</a:t>
            </a:r>
            <a:r>
              <a:rPr lang="en-US" dirty="0"/>
              <a:t> </a:t>
            </a:r>
            <a:r>
              <a:rPr lang="en-US" dirty="0" err="1"/>
              <a:t>begge</a:t>
            </a:r>
            <a:r>
              <a:rPr lang="en-US" dirty="0"/>
              <a:t> typer start/stop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3567-DBA5-E197-7A88-691D1F77E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Binærvariable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3D0EB-E74A-F21A-5C93-954B5E2932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binærvariable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F11C92F-4E0A-171C-3891-EEBC9D157C3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997575" y="2852613"/>
            <a:ext cx="5858243" cy="1769268"/>
          </a:xfr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54C6D8A-2F3E-3FEF-8318-5DB539F5612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30957" y="2858677"/>
            <a:ext cx="5523047" cy="1494249"/>
          </a:xfrm>
        </p:spPr>
      </p:pic>
    </p:spTree>
    <p:extLst>
      <p:ext uri="{BB962C8B-B14F-4D97-AF65-F5344CB8AC3E}">
        <p14:creationId xmlns:p14="http://schemas.microsoft.com/office/powerpoint/2010/main" val="25486639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AC892-7781-BF04-BE44-7D6D7ED4D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Sammenlign</a:t>
            </a:r>
            <a:r>
              <a:rPr lang="en-US" dirty="0"/>
              <a:t> </a:t>
            </a:r>
            <a:r>
              <a:rPr lang="en-US" dirty="0" err="1"/>
              <a:t>solvere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01C19-3D58-D257-1719-D1D6EB981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CPLEX</a:t>
            </a:r>
          </a:p>
        </p:txBody>
      </p:sp>
      <p:pic>
        <p:nvPicPr>
          <p:cNvPr id="8" name="Content Placeholder 7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4E9A6789-6446-C874-E6E5-A93DC19D3B4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628107"/>
            <a:ext cx="5157787" cy="3438524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0486E3-D9C5-1B78-4348-96596EB687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GLPK</a:t>
            </a:r>
          </a:p>
        </p:txBody>
      </p:sp>
      <p:pic>
        <p:nvPicPr>
          <p:cNvPr id="10" name="Content Placeholder 9" descr="A graph with lines and numbers&#10;&#10;Description automatically generated with medium confidence">
            <a:extLst>
              <a:ext uri="{FF2B5EF4-FFF2-40B4-BE49-F238E27FC236}">
                <a16:creationId xmlns:a16="http://schemas.microsoft.com/office/drawing/2014/main" id="{C1DE2628-AB1E-8B78-EE3B-38866DC5E50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619640"/>
            <a:ext cx="5183188" cy="3455458"/>
          </a:xfrm>
        </p:spPr>
      </p:pic>
    </p:spTree>
    <p:extLst>
      <p:ext uri="{BB962C8B-B14F-4D97-AF65-F5344CB8AC3E}">
        <p14:creationId xmlns:p14="http://schemas.microsoft.com/office/powerpoint/2010/main" val="1742042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AC892-7781-BF04-BE44-7D6D7ED4D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Sammenlign</a:t>
            </a:r>
            <a:r>
              <a:rPr lang="en-US" dirty="0"/>
              <a:t> </a:t>
            </a:r>
            <a:r>
              <a:rPr lang="en-US" dirty="0" err="1"/>
              <a:t>solvere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01C19-3D58-D257-1719-D1D6EB981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CPLEX</a:t>
            </a:r>
          </a:p>
        </p:txBody>
      </p:sp>
      <p:pic>
        <p:nvPicPr>
          <p:cNvPr id="8" name="Content Placeholder 7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A47C2FFC-FBD4-A190-D5A6-804EE81E06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628107"/>
            <a:ext cx="5157787" cy="3438524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0486E3-D9C5-1B78-4348-96596EB687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GLPK</a:t>
            </a:r>
          </a:p>
        </p:txBody>
      </p:sp>
      <p:pic>
        <p:nvPicPr>
          <p:cNvPr id="10" name="Content Placeholder 9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16ABD590-EC75-3405-63C3-1C7E77D8805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619640"/>
            <a:ext cx="5183188" cy="3455458"/>
          </a:xfrm>
        </p:spPr>
      </p:pic>
    </p:spTree>
    <p:extLst>
      <p:ext uri="{BB962C8B-B14F-4D97-AF65-F5344CB8AC3E}">
        <p14:creationId xmlns:p14="http://schemas.microsoft.com/office/powerpoint/2010/main" val="3666471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AC892-7781-BF04-BE44-7D6D7ED4D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Sammenlign</a:t>
            </a:r>
            <a:r>
              <a:rPr lang="en-US" dirty="0"/>
              <a:t> </a:t>
            </a:r>
            <a:r>
              <a:rPr lang="en-US" dirty="0" err="1"/>
              <a:t>solvere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01C19-3D58-D257-1719-D1D6EB981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CPLEX</a:t>
            </a:r>
          </a:p>
        </p:txBody>
      </p:sp>
      <p:pic>
        <p:nvPicPr>
          <p:cNvPr id="8" name="Content Placeholder 7" descr="A graph with lines and numbers&#10;&#10;Description automatically generated with medium confidence">
            <a:extLst>
              <a:ext uri="{FF2B5EF4-FFF2-40B4-BE49-F238E27FC236}">
                <a16:creationId xmlns:a16="http://schemas.microsoft.com/office/drawing/2014/main" id="{EFD9A572-010B-A608-AE8E-DB6777C37C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628107"/>
            <a:ext cx="5157787" cy="3438524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0486E3-D9C5-1B78-4348-96596EB687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GLPK</a:t>
            </a:r>
          </a:p>
        </p:txBody>
      </p:sp>
      <p:pic>
        <p:nvPicPr>
          <p:cNvPr id="10" name="Content Placeholder 9" descr="A graph with different colored lines&#10;&#10;Description automatically generated">
            <a:extLst>
              <a:ext uri="{FF2B5EF4-FFF2-40B4-BE49-F238E27FC236}">
                <a16:creationId xmlns:a16="http://schemas.microsoft.com/office/drawing/2014/main" id="{F9662D6D-D719-31B5-F6E1-D0B86EE9E92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619640"/>
            <a:ext cx="5183188" cy="3455458"/>
          </a:xfrm>
        </p:spPr>
      </p:pic>
    </p:spTree>
    <p:extLst>
      <p:ext uri="{BB962C8B-B14F-4D97-AF65-F5344CB8AC3E}">
        <p14:creationId xmlns:p14="http://schemas.microsoft.com/office/powerpoint/2010/main" val="4234909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AC892-7781-BF04-BE44-7D6D7ED4D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commitment </a:t>
            </a:r>
            <a:r>
              <a:rPr lang="en-US" dirty="0" err="1"/>
              <a:t>kontinuerlig</a:t>
            </a:r>
            <a:r>
              <a:rPr lang="en-US" dirty="0"/>
              <a:t> </a:t>
            </a:r>
            <a:r>
              <a:rPr lang="en-US" dirty="0" err="1"/>
              <a:t>modell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01C19-3D58-D257-1719-D1D6EB981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 unit commitment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FD9A572-010B-A608-AE8E-DB6777C37C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9788" y="2628107"/>
            <a:ext cx="5157787" cy="3438524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0486E3-D9C5-1B78-4348-96596EB687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Uten</a:t>
            </a:r>
            <a:r>
              <a:rPr lang="en-US" dirty="0"/>
              <a:t> unit commitment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9662D6D-D719-31B5-F6E1-D0B86EE9E92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200" y="2619640"/>
            <a:ext cx="5183188" cy="3455458"/>
          </a:xfrm>
        </p:spPr>
      </p:pic>
    </p:spTree>
    <p:extLst>
      <p:ext uri="{BB962C8B-B14F-4D97-AF65-F5344CB8AC3E}">
        <p14:creationId xmlns:p14="http://schemas.microsoft.com/office/powerpoint/2010/main" val="230236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AC892-7781-BF04-BE44-7D6D7ED4D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commitment </a:t>
            </a:r>
            <a:r>
              <a:rPr lang="en-US" dirty="0" err="1"/>
              <a:t>kontinuerlig</a:t>
            </a:r>
            <a:r>
              <a:rPr lang="en-US" dirty="0"/>
              <a:t> </a:t>
            </a:r>
            <a:r>
              <a:rPr lang="en-US" dirty="0" err="1"/>
              <a:t>modell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01C19-3D58-D257-1719-D1D6EB981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 unit commitment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FD9A572-010B-A608-AE8E-DB6777C37C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9788" y="2628107"/>
            <a:ext cx="5157787" cy="3438524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0486E3-D9C5-1B78-4348-96596EB687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Uten</a:t>
            </a:r>
            <a:r>
              <a:rPr lang="en-US" dirty="0"/>
              <a:t> unit commitment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9662D6D-D719-31B5-F6E1-D0B86EE9E92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200" y="2619640"/>
            <a:ext cx="5183188" cy="3455458"/>
          </a:xfrm>
        </p:spPr>
      </p:pic>
    </p:spTree>
    <p:extLst>
      <p:ext uri="{BB962C8B-B14F-4D97-AF65-F5344CB8AC3E}">
        <p14:creationId xmlns:p14="http://schemas.microsoft.com/office/powerpoint/2010/main" val="1632116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AC892-7781-BF04-BE44-7D6D7ED4D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commitment </a:t>
            </a:r>
            <a:r>
              <a:rPr lang="en-US" dirty="0" err="1"/>
              <a:t>kontinuerlig</a:t>
            </a:r>
            <a:r>
              <a:rPr lang="en-US" dirty="0"/>
              <a:t> </a:t>
            </a:r>
            <a:r>
              <a:rPr lang="en-US" dirty="0" err="1"/>
              <a:t>modell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01C19-3D58-D257-1719-D1D6EB981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 unit commitment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FD9A572-010B-A608-AE8E-DB6777C37C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9788" y="2628107"/>
            <a:ext cx="5157787" cy="3438524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0486E3-D9C5-1B78-4348-96596EB687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Uten</a:t>
            </a:r>
            <a:r>
              <a:rPr lang="en-US" dirty="0"/>
              <a:t> unit commitment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9662D6D-D719-31B5-F6E1-D0B86EE9E92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200" y="2619640"/>
            <a:ext cx="5183188" cy="3455458"/>
          </a:xfrm>
        </p:spPr>
      </p:pic>
    </p:spTree>
    <p:extLst>
      <p:ext uri="{BB962C8B-B14F-4D97-AF65-F5344CB8AC3E}">
        <p14:creationId xmlns:p14="http://schemas.microsoft.com/office/powerpoint/2010/main" val="1807926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FBE58-286D-1CCE-CB82-F907B7E5A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uten</a:t>
            </a:r>
            <a:r>
              <a:rPr lang="en-US" dirty="0"/>
              <a:t> </a:t>
            </a:r>
            <a:r>
              <a:rPr lang="en-US" dirty="0" err="1"/>
              <a:t>kontinuerlig</a:t>
            </a:r>
            <a:r>
              <a:rPr lang="en-US" dirty="0"/>
              <a:t> </a:t>
            </a:r>
            <a:r>
              <a:rPr lang="en-US" dirty="0" err="1"/>
              <a:t>volumrestriksjon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0A0C1-7C61-790A-56BC-DB8B7BA8A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Oppsett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0C9DC5-836F-316A-A324-9390A20899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EE9D2E-D5BB-0C79-CC24-C37D384505E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3ABEBB8-C470-0125-0A50-D42A298E593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Alle </a:t>
            </a:r>
            <a:r>
              <a:rPr lang="en-US" dirty="0" err="1"/>
              <a:t>reservoar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tilsig</a:t>
            </a:r>
            <a:r>
              <a:rPr lang="en-US" dirty="0"/>
              <a:t> 500 MM3/time</a:t>
            </a:r>
          </a:p>
          <a:p>
            <a:r>
              <a:rPr lang="en-US" dirty="0" err="1"/>
              <a:t>Reservoaret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49927 starter </a:t>
            </a:r>
            <a:r>
              <a:rPr lang="en-US" dirty="0" err="1"/>
              <a:t>på</a:t>
            </a:r>
            <a:r>
              <a:rPr lang="en-US" dirty="0"/>
              <a:t> 99% av </a:t>
            </a:r>
            <a:r>
              <a:rPr lang="en-US" dirty="0" err="1"/>
              <a:t>kapasitet</a:t>
            </a:r>
            <a:endParaRPr lang="en-US" dirty="0"/>
          </a:p>
          <a:p>
            <a:r>
              <a:rPr lang="en-US" dirty="0"/>
              <a:t>Alle </a:t>
            </a:r>
            <a:r>
              <a:rPr lang="en-US" dirty="0" err="1"/>
              <a:t>andre</a:t>
            </a:r>
            <a:r>
              <a:rPr lang="en-US" dirty="0"/>
              <a:t> </a:t>
            </a:r>
            <a:r>
              <a:rPr lang="en-US" dirty="0" err="1"/>
              <a:t>reservoar</a:t>
            </a:r>
            <a:r>
              <a:rPr lang="en-US" dirty="0"/>
              <a:t> starter </a:t>
            </a:r>
            <a:r>
              <a:rPr lang="en-US" dirty="0" err="1"/>
              <a:t>på</a:t>
            </a:r>
            <a:r>
              <a:rPr lang="en-US" dirty="0"/>
              <a:t> 0% av </a:t>
            </a:r>
            <a:r>
              <a:rPr lang="en-US" dirty="0" err="1"/>
              <a:t>kapasitet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187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FBE58-286D-1CCE-CB82-F907B7E5A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uten</a:t>
            </a:r>
            <a:r>
              <a:rPr lang="en-US" dirty="0"/>
              <a:t> </a:t>
            </a:r>
            <a:r>
              <a:rPr lang="en-US" dirty="0" err="1"/>
              <a:t>kontinuerlig</a:t>
            </a:r>
            <a:r>
              <a:rPr lang="en-US" dirty="0"/>
              <a:t> </a:t>
            </a:r>
            <a:r>
              <a:rPr lang="en-US" dirty="0" err="1"/>
              <a:t>volumrestriksjon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0A0C1-7C61-790A-56BC-DB8B7BA8A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 </a:t>
            </a:r>
            <a:r>
              <a:rPr lang="en-US" dirty="0" err="1"/>
              <a:t>kontinuerlig</a:t>
            </a:r>
            <a:r>
              <a:rPr lang="en-US" dirty="0"/>
              <a:t> </a:t>
            </a:r>
            <a:r>
              <a:rPr lang="en-US" dirty="0" err="1"/>
              <a:t>volumrestriksjon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0C9DC5-836F-316A-A324-9390A20899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Uten</a:t>
            </a:r>
            <a:endParaRPr lang="en-US" dirty="0"/>
          </a:p>
        </p:txBody>
      </p:sp>
      <p:pic>
        <p:nvPicPr>
          <p:cNvPr id="19" name="Content Placeholder 18" descr="A graph of a graph&#10;&#10;Description automatically generated">
            <a:extLst>
              <a:ext uri="{FF2B5EF4-FFF2-40B4-BE49-F238E27FC236}">
                <a16:creationId xmlns:a16="http://schemas.microsoft.com/office/drawing/2014/main" id="{E2A35601-0BA3-46FB-ECF6-5B2EE61E8BE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619640"/>
            <a:ext cx="5183188" cy="3455458"/>
          </a:xfrm>
        </p:spPr>
      </p:pic>
      <p:pic>
        <p:nvPicPr>
          <p:cNvPr id="17" name="Content Placeholder 16" descr="A graph of a graph&#10;&#10;Description automatically generated">
            <a:extLst>
              <a:ext uri="{FF2B5EF4-FFF2-40B4-BE49-F238E27FC236}">
                <a16:creationId xmlns:a16="http://schemas.microsoft.com/office/drawing/2014/main" id="{BD48EE44-AFE5-2CA7-F206-F8F3481FFA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628107"/>
            <a:ext cx="5157787" cy="3438524"/>
          </a:xfrm>
        </p:spPr>
      </p:pic>
    </p:spTree>
    <p:extLst>
      <p:ext uri="{BB962C8B-B14F-4D97-AF65-F5344CB8AC3E}">
        <p14:creationId xmlns:p14="http://schemas.microsoft.com/office/powerpoint/2010/main" val="279326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A6738-C520-C7C0-2446-B7CEC0683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uten</a:t>
            </a:r>
            <a:r>
              <a:rPr lang="en-US" dirty="0"/>
              <a:t> </a:t>
            </a:r>
            <a:r>
              <a:rPr lang="en-US" dirty="0" err="1"/>
              <a:t>kontinuerlig</a:t>
            </a:r>
            <a:r>
              <a:rPr lang="en-US" dirty="0"/>
              <a:t> </a:t>
            </a:r>
            <a:r>
              <a:rPr lang="en-US" dirty="0" err="1"/>
              <a:t>volumrestriksjon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D80AF-7D73-F021-6E42-2B288DAA0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CA6DF0-0305-7A63-23A1-83D45FB64E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Uten</a:t>
            </a:r>
            <a:endParaRPr lang="en-US" dirty="0"/>
          </a:p>
        </p:txBody>
      </p:sp>
      <p:pic>
        <p:nvPicPr>
          <p:cNvPr id="16" name="Content Placeholder 15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1CC95071-D49D-6CAB-3892-F41A81AE3C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628107"/>
            <a:ext cx="5157787" cy="3438524"/>
          </a:xfrm>
        </p:spPr>
      </p:pic>
      <p:pic>
        <p:nvPicPr>
          <p:cNvPr id="14" name="Content Placeholder 7" descr="A graph of a graph&#10;&#10;Description automatically generated">
            <a:extLst>
              <a:ext uri="{FF2B5EF4-FFF2-40B4-BE49-F238E27FC236}">
                <a16:creationId xmlns:a16="http://schemas.microsoft.com/office/drawing/2014/main" id="{D9FE2316-AE51-4CC0-D360-46F7E01B1C3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619640"/>
            <a:ext cx="5183188" cy="3455458"/>
          </a:xfrm>
        </p:spPr>
      </p:pic>
    </p:spTree>
    <p:extLst>
      <p:ext uri="{BB962C8B-B14F-4D97-AF65-F5344CB8AC3E}">
        <p14:creationId xmlns:p14="http://schemas.microsoft.com/office/powerpoint/2010/main" val="2258404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</Words>
  <Application>Microsoft Office PowerPoint</Application>
  <PresentationFormat>Widescreen</PresentationFormat>
  <Paragraphs>44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Uten start/stopp</vt:lpstr>
      <vt:lpstr>PowerPoint Presentation</vt:lpstr>
      <vt:lpstr>Uten start/stopp</vt:lpstr>
      <vt:lpstr>PowerPoint Presentation</vt:lpstr>
      <vt:lpstr>Uten start/stop</vt:lpstr>
      <vt:lpstr>Sammenligning begge typer start/stop</vt:lpstr>
      <vt:lpstr>Sammenligning begge typer start/stop</vt:lpstr>
      <vt:lpstr>Sammenligning begge typer start/stop</vt:lpstr>
      <vt:lpstr>Sammenligning begge typer start/stop</vt:lpstr>
      <vt:lpstr>Sammenlign solvere</vt:lpstr>
      <vt:lpstr>Sammenlign solvere</vt:lpstr>
      <vt:lpstr>Sammenlign solvere</vt:lpstr>
      <vt:lpstr>Unit commitment kontinuerlig modell</vt:lpstr>
      <vt:lpstr>Unit commitment kontinuerlig modell</vt:lpstr>
      <vt:lpstr>Unit commitment kontinuerlig modell</vt:lpstr>
      <vt:lpstr>Med og uten kontinuerlig volumrestriksjon</vt:lpstr>
      <vt:lpstr>Med og uten kontinuerlig volumrestriksjon</vt:lpstr>
      <vt:lpstr>Med og uten kontinuerlig volumrestriksjon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Vegard Viken Kallset</dc:creator>
  <cp:lastModifiedBy>Vegard Viken Kallset</cp:lastModifiedBy>
  <cp:revision>3</cp:revision>
  <dcterms:created xsi:type="dcterms:W3CDTF">2024-05-30T12:17:07Z</dcterms:created>
  <dcterms:modified xsi:type="dcterms:W3CDTF">2024-07-15T10:00:06Z</dcterms:modified>
</cp:coreProperties>
</file>